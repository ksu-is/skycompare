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46304"/>
            <a:ext cx="4297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000" b="1" i="0">
                <a:solidFill>
                  <a:srgbClr val="C0392B"/>
                </a:solidFill>
              </a:rPr>
              <a:t>SkyCompare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AAAAAA"/>
                </a:solidFill>
              </a:rPr>
              <a:t>Your Priorities. Your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72768"/>
            <a:ext cx="4297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0F0F0"/>
                </a:solidFill>
              </a:rPr>
              <a:t>Jaylen 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4297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IS Project  · 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76272"/>
            <a:ext cx="4023360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4160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Live prices from Google Flights via SerpAPI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AviationStack for real departure &amp; arrival times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Airport autocomplete — 80+ US airports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3-priority ranking system powers the SkyScore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Direct booking links pre-filled with route &amp; date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Red &amp; black dark UI built on Bootstrap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09728"/>
            <a:ext cx="22860" cy="663854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658368"/>
            <a:ext cx="2506846" cy="228600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667512"/>
            <a:ext cx="250684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0F0F0"/>
                </a:solidFill>
              </a:rPr>
              <a:t>SEARCH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62894" y="658368"/>
            <a:ext cx="4126160" cy="228600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2894" y="667512"/>
            <a:ext cx="41261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0F0F0"/>
                </a:solidFill>
              </a:rPr>
              <a:t>RANKED RESULTS</a:t>
            </a:r>
          </a:p>
        </p:txBody>
      </p:sp>
      <p:pic>
        <p:nvPicPr>
          <p:cNvPr id="16" name="Picture 15" descr="Skycomp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14400"/>
            <a:ext cx="2506847" cy="2971800"/>
          </a:xfrm>
          <a:prstGeom prst="rect">
            <a:avLst/>
          </a:prstGeom>
        </p:spPr>
      </p:pic>
      <p:pic>
        <p:nvPicPr>
          <p:cNvPr id="17" name="Picture 16" descr="Skycompa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894" y="914400"/>
            <a:ext cx="4126160" cy="29718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54880" y="914400"/>
            <a:ext cx="2506846" cy="2971800"/>
          </a:xfrm>
          <a:prstGeom prst="rect">
            <a:avLst/>
          </a:prstGeom>
          <a:noFill/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62894" y="914400"/>
            <a:ext cx="4126160" cy="2971800"/>
          </a:xfrm>
          <a:prstGeom prst="rect">
            <a:avLst/>
          </a:prstGeom>
          <a:solidFill>
            <a:srgbClr val="000000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050792"/>
            <a:ext cx="7251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AAAA"/>
                </a:solidFill>
              </a:rPr>
              <a:t>SkyCompare helps travelers cut through the noise — not just finding the cheapest flight, but the right flight based on what matters most to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