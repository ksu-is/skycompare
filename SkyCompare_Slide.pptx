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4297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i="0">
                <a:solidFill>
                  <a:srgbClr val="C0392B"/>
                </a:solidFill>
              </a:rPr>
              <a:t>SkyCompare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</a:rPr>
              <a:t>Your Priorities. Your Flight.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7276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0F0F0"/>
                </a:solidFill>
              </a:rPr>
              <a:t>Jaylen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IS Project  ·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29968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github.com/ksu-is/SkyCompare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04288"/>
            <a:ext cx="402336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32304"/>
            <a:ext cx="4160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Live prices from Google Flights via SerpAPI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AviationStack for real departure &amp; arrival times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Airport autocomplete — 80+ US airports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3-priority ranking system powers the SkyScore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Direct booking links pre-filled with route &amp; date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392B"/>
                </a:solidFill>
              </a:rPr>
              <a:t>▸  </a:t>
            </a:r>
            <a:r>
              <a:rPr sz="1100">
                <a:solidFill>
                  <a:srgbClr val="F0F0F0"/>
                </a:solidFill>
              </a:rPr>
              <a:t>Red &amp; black dark UI built on Bootstrap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9728"/>
            <a:ext cx="22860" cy="66385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658368"/>
            <a:ext cx="2506846" cy="228600"/>
          </a:xfrm>
          <a:prstGeom prst="rect">
            <a:avLst/>
          </a:prstGeom>
          <a:solidFill>
            <a:srgbClr val="2A0A0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667512"/>
            <a:ext cx="250684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F0F0"/>
                </a:solidFill>
              </a:rPr>
              <a:t>SEARCH 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2894" y="658368"/>
            <a:ext cx="4126160" cy="228600"/>
          </a:xfrm>
          <a:prstGeom prst="rect">
            <a:avLst/>
          </a:prstGeom>
          <a:solidFill>
            <a:srgbClr val="2A0A0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2894" y="667512"/>
            <a:ext cx="412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F0F0"/>
                </a:solidFill>
              </a:rPr>
              <a:t>RANKED RESULTS</a:t>
            </a:r>
          </a:p>
        </p:txBody>
      </p:sp>
      <p:pic>
        <p:nvPicPr>
          <p:cNvPr id="17" name="Picture 16" descr="Skycompa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2506847" cy="2971800"/>
          </a:xfrm>
          <a:prstGeom prst="rect">
            <a:avLst/>
          </a:prstGeom>
        </p:spPr>
      </p:pic>
      <p:pic>
        <p:nvPicPr>
          <p:cNvPr id="18" name="Picture 17" descr="Skycompa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894" y="914400"/>
            <a:ext cx="4126160" cy="2971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754880" y="914400"/>
            <a:ext cx="2506846" cy="2971800"/>
          </a:xfrm>
          <a:prstGeom prst="rect">
            <a:avLst/>
          </a:prstGeom>
          <a:noFill/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2894" y="914400"/>
            <a:ext cx="4126160" cy="2971800"/>
          </a:xfrm>
          <a:prstGeom prst="rect">
            <a:avLst/>
          </a:prstGeom>
          <a:noFill/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050792"/>
            <a:ext cx="7251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SkyCompare helps travelers cut through the noise — not just finding the cheapest flight, but the right flight based on what matters most to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