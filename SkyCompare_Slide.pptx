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4572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 i="0">
                <a:solidFill>
                  <a:srgbClr val="C0392B"/>
                </a:solidFill>
              </a:rPr>
              <a:t>SkyCompare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 i="1">
                <a:solidFill>
                  <a:srgbClr val="AAAAAA"/>
                </a:solidFill>
              </a:rPr>
              <a:t>Your Priorities. Your Flight.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002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F0F0F0"/>
                </a:solidFill>
              </a:rPr>
              <a:t>Jaylen 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>
                <a:solidFill>
                  <a:srgbClr val="AAAAAA"/>
                </a:solidFill>
              </a:rPr>
              <a:t>IS Project  ·  Spring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12848"/>
            <a:ext cx="4206240" cy="2743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59152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Live prices from Google Flights via SerpAPI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AviationStack for real departure &amp; arrival times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Smart airport autocomplete — 80+ US airports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3-priority ranking system drives the SkyScore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Direct booking links pre-filled with your route &amp; date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C0392B"/>
                </a:solidFill>
              </a:rPr>
              <a:t>▸  </a:t>
            </a:r>
            <a:r>
              <a:rPr sz="1100">
                <a:solidFill>
                  <a:srgbClr val="F0F0F0"/>
                </a:solidFill>
              </a:rPr>
              <a:t>Red &amp; black dark UI built on Bootstrap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4920" y="320040"/>
            <a:ext cx="3246120" cy="3200400"/>
          </a:xfrm>
          <a:prstGeom prst="rect">
            <a:avLst/>
          </a:prstGeom>
          <a:solidFill>
            <a:srgbClr val="1E1E1E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429768"/>
            <a:ext cx="2926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FLIGHT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73152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</a:rPr>
              <a:t>From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12080" y="932688"/>
            <a:ext cx="2971800" cy="274320"/>
          </a:xfrm>
          <a:prstGeom prst="rect">
            <a:avLst/>
          </a:prstGeom>
          <a:solidFill>
            <a:srgbClr val="2A2A2A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128016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</a:rPr>
              <a:t>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1481328"/>
            <a:ext cx="2971800" cy="274320"/>
          </a:xfrm>
          <a:prstGeom prst="rect">
            <a:avLst/>
          </a:prstGeom>
          <a:solidFill>
            <a:srgbClr val="2A2A2A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1828800"/>
            <a:ext cx="9144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</a:rPr>
              <a:t>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12080" y="2029968"/>
            <a:ext cx="2971800" cy="274320"/>
          </a:xfrm>
          <a:prstGeom prst="rect">
            <a:avLst/>
          </a:prstGeom>
          <a:solidFill>
            <a:srgbClr val="2A2A2A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2080" y="2423160"/>
            <a:ext cx="2971800" cy="1828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0" y="2514600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TOP 3 PRIORITIES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12080" y="2770632"/>
            <a:ext cx="914400" cy="237744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7800" y="2788920"/>
            <a:ext cx="8229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F0F0F0"/>
                </a:solidFill>
              </a:rPr>
              <a:t>①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770632"/>
            <a:ext cx="914400" cy="237744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2788920"/>
            <a:ext cx="8229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F0F0F0"/>
                </a:solidFill>
              </a:rPr>
              <a:t>② Duration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23760" y="2770632"/>
            <a:ext cx="914400" cy="237744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2788920"/>
            <a:ext cx="8229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F0F0F0"/>
                </a:solidFill>
              </a:rPr>
              <a:t>③ Direct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12080" y="3154680"/>
            <a:ext cx="297180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315468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Find My Best Flight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3593592"/>
            <a:ext cx="3246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1">
                <a:solidFill>
                  <a:srgbClr val="AAAAAA"/>
                </a:solidFill>
              </a:rPr>
              <a:t>Search Interface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320040"/>
            <a:ext cx="3291840" cy="6172200"/>
          </a:xfrm>
          <a:prstGeom prst="rect">
            <a:avLst/>
          </a:prstGeom>
          <a:solidFill>
            <a:srgbClr val="1E1E1E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32520" y="429768"/>
            <a:ext cx="3017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SKYCOMPARE 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685800"/>
            <a:ext cx="3017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ATL  →  LAX   ·   2026-05-10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32520" y="941832"/>
            <a:ext cx="960120" cy="201168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9096" y="950976"/>
            <a:ext cx="8869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F0F0F0"/>
                </a:solidFill>
              </a:rPr>
              <a:t>#1 Price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79" y="941832"/>
            <a:ext cx="960120" cy="201168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0655" y="950976"/>
            <a:ext cx="8869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F0F0F0"/>
                </a:solidFill>
              </a:rPr>
              <a:t>#2 Duration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35639" y="941832"/>
            <a:ext cx="960120" cy="201168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72215" y="950976"/>
            <a:ext cx="88696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 i="0">
                <a:solidFill>
                  <a:srgbClr val="F0F0F0"/>
                </a:solidFill>
              </a:rPr>
              <a:t>#3 Direct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1234440"/>
            <a:ext cx="3108960" cy="237744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32520" y="1243584"/>
            <a:ext cx="3017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 i="0">
                <a:solidFill>
                  <a:srgbClr val="AAAAAA"/>
                </a:solidFill>
              </a:rPr>
              <a:t>Rank   Airline        Score   Price   Book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0" y="1527048"/>
            <a:ext cx="3108960" cy="822960"/>
          </a:xfrm>
          <a:prstGeom prst="rect">
            <a:avLst/>
          </a:prstGeom>
          <a:solidFill>
            <a:srgbClr val="2A0A0A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59952" y="1581912"/>
            <a:ext cx="3474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AAAAAA"/>
                </a:solidFill>
              </a:rPr>
              <a:t>#1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5712" y="1581912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0F0F0"/>
                </a:solidFill>
              </a:rPr>
              <a:t>✈ Southwest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25712" y="1929384"/>
            <a:ext cx="530352" cy="23774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25712" y="1929384"/>
            <a:ext cx="53035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87.4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0928" y="158191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0F0F0"/>
                </a:solidFill>
              </a:rPr>
              <a:t>$189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109960" y="1581912"/>
            <a:ext cx="566928" cy="23774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109960" y="1581912"/>
            <a:ext cx="56692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Book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86800" y="2459736"/>
            <a:ext cx="3108960" cy="8229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59952" y="2514600"/>
            <a:ext cx="3474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AAAAAA"/>
                </a:solidFill>
              </a:rPr>
              <a:t>#2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25712" y="2514600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0F0F0"/>
                </a:solidFill>
              </a:rPr>
              <a:t>✈ Delta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25712" y="2862072"/>
            <a:ext cx="530352" cy="23774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25712" y="2862072"/>
            <a:ext cx="53035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74.1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251460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0F0F0"/>
                </a:solidFill>
              </a:rPr>
              <a:t>$312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86800" y="3392424"/>
            <a:ext cx="3108960" cy="8229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59952" y="3447288"/>
            <a:ext cx="3474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AAAAAA"/>
                </a:solidFill>
              </a:rPr>
              <a:t>#3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5712" y="34472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0F0F0"/>
                </a:solidFill>
              </a:rPr>
              <a:t>✈ United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25712" y="3794760"/>
            <a:ext cx="530352" cy="23774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25712" y="3794760"/>
            <a:ext cx="53035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68.9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10928" y="3447288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0F0F0"/>
                </a:solidFill>
              </a:rPr>
              <a:t>$278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109960" y="3447288"/>
            <a:ext cx="566928" cy="23774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09960" y="3447288"/>
            <a:ext cx="56692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Book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4325112"/>
            <a:ext cx="3108960" cy="8229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9952" y="4379976"/>
            <a:ext cx="3474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AAAAAA"/>
                </a:solidFill>
              </a:rPr>
              <a:t>#4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25712" y="4379976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0F0F0"/>
                </a:solidFill>
              </a:rPr>
              <a:t>✈ American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25712" y="4727448"/>
            <a:ext cx="530352" cy="23774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25712" y="4727448"/>
            <a:ext cx="53035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61.2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10928" y="4379976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0F0F0"/>
                </a:solidFill>
              </a:rPr>
              <a:t>$241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109960" y="4379976"/>
            <a:ext cx="566928" cy="23774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109960" y="4379976"/>
            <a:ext cx="56692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Book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86800" y="5257800"/>
            <a:ext cx="3108960" cy="8229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59952" y="5312664"/>
            <a:ext cx="3474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AAAAAA"/>
                </a:solidFill>
              </a:rPr>
              <a:t>#5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25712" y="5312664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 i="0">
                <a:solidFill>
                  <a:srgbClr val="F0F0F0"/>
                </a:solidFill>
              </a:rPr>
              <a:t>✈ Spirit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25712" y="5660136"/>
            <a:ext cx="530352" cy="23774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25712" y="5660136"/>
            <a:ext cx="53035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43.8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10928" y="531266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 i="0">
                <a:solidFill>
                  <a:srgbClr val="F0F0F0"/>
                </a:solidFill>
              </a:rPr>
              <a:t>$94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